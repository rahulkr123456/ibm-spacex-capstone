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layfair Displ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Lato Black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layfairDispl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Black-bold.fntdata"/><Relationship Id="rId25" Type="http://schemas.openxmlformats.org/officeDocument/2006/relationships/font" Target="fonts/Lato-boldItalic.fntdata"/><Relationship Id="rId27" Type="http://schemas.openxmlformats.org/officeDocument/2006/relationships/font" Target="fonts/LatoBlack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ayfairDisplay-bold.fntdata"/><Relationship Id="rId18" Type="http://schemas.openxmlformats.org/officeDocument/2006/relationships/font" Target="fonts/PlayfairDis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4e50db2fef9d3bbe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4e50db2fef9d3bbe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4e50db2fef9d3bb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4e50db2fef9d3bb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4e50db2fef9d3bb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4e50db2fef9d3bb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4e50db2fef9d3bbe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4e50db2fef9d3bbe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4e50db2fef9d3bbe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h4e50db2fef9d3bbe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4e50db2fef9d3bbe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4e50db2fef9d3bbe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4e50db2fef9d3bbe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4e50db2fef9d3bbe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4e50db2fef9d3bbe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4e50db2fef9d3bbe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4e50db2fef9d3bbe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4e50db2fef9d3bbe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4e50db2fef9d3bbe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4e50db2fef9d3bbe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4e50db2fef9d3bbe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4e50db2fef9d3bbe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4e50db2fef9d3bbe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4e50db2fef9d3bbe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7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RAHULKR123456/IBM-SpaceX-Capston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8" name="Google Shape;6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8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sz="281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1417800"/>
            <a:ext cx="8520600" cy="3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Analyzed historical SpaceX Falcon 9 launch data.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Explored launch outcomes, payload characteristics and launch-site patterns.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SQL queries and interactive geospatial visualizations to investigate the data.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Developed a machine-learning classification workflow to study landing outcomes.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Combined data analysis and visualization to support evidence-based conclusions.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objective: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Investigate factors associated with first-stage landing success and assess whether historical launch data can help predict outcomes.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8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and Business Problem</a:t>
            </a:r>
            <a:endParaRPr sz="281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SpaceX uses reusable launch vehicles to reduce the cost of spaceflight.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Falcon 9 first stage can return to Earth and be recovered for potential reuse.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Landing outcomes are influenced by launch and mission characteristics.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Historical launch data can be analyzed to identify patterns in landing outcomes.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question: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Can historical launch information help estimate the probability of a successful first-stage landing?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8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Collection and Data Wrangling</a:t>
            </a:r>
            <a:endParaRPr sz="281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Attempted to collect historical launch data from the SpaceX API.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Encountered connection errors during the API request and used available historical course datasets for analysis.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Inspected the data structure, column types and missing values.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Converted launch dates into datetime format.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Examined duplicate records and handled missing landing-pad information.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features and the target variable for subsequent analysis.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used in Notebook 3: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90 rows and 17 columns.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Python, Requests and Pandas.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en" sz="25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Exploratory Data Analysis (EDA)</a:t>
            </a:r>
            <a:endParaRPr sz="25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80"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analysis examined relationships between launch characteristics and landing outcomes.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Compared outcomes across launch sites.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Investigated flight number and landing outcome.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Examined payload mass distributions.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visualizations to identify possible trends and differences.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Explored whether launch characteristics may be associated with landing success.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Matplotlib, Seaborn and Pandas.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8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Analysis Using SQL</a:t>
            </a:r>
            <a:endParaRPr sz="281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 queries were used to explore the SpaceX launch dataset.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Retrieved launch records and examined relevant fields.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Grouped records by launch site and outcome.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Investigated payload mass and other launch characteristics.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aggregation and filtering to summarize the data.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Compared SQL-based summaries with findings from the Python analysis.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SQLite.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findings: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Insert two or three verified results from Notebook 5.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8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Geospatial Analysis Using Folium</a:t>
            </a:r>
            <a:endParaRPr sz="281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Created an interactive map using launch-site coordinates.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Displayed launch locations with map markers.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Enabled geographic exploration of the launch sites.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Connected spatial information with the broader launch-data analysis.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Folium.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Make the geographic distribution of launch sites easier to explore and interpret.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8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Visualization with Plotly</a:t>
            </a:r>
            <a:endParaRPr sz="281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Developed interactive visualizations to explore launch outcomes.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Examined payload mass and launch-site categories.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interactive charts to support data exploration.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Designed the analysis to make comparisons easier for stakeholders.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Plotly and Python.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 purpose: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Allow users to explore launch data and investigate patterns through interactive visual elements.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en" sz="25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Predictive Analysis Methodology</a:t>
            </a:r>
            <a:endParaRPr sz="25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80"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input features and the landing-outcome target.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 the data into training and testing sets.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 classification models to predict the target outcome.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model evaluation methods to assess predictive performance.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Compared model results to understand their strengths and limitations.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Scikit-learn, Pandas and Python.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Important: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target label and feature rows must be correctly aligned before interpreting model performance.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8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Predictive Model Results</a:t>
            </a:r>
            <a:endParaRPr sz="281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evaluated: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[Insert model name]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accuracy: [Insert verified value]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Precision: [Insert verified value]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Recall: [Insert verified value]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F1-score: [Insert verified value]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Interpretation: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Discuss how well the model identifies successful and unsuccessful landing outcomes, including the impact of any misclassifications.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Limitation: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Results depend on data quality, target definition, feature selection and the size of the test dataset.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508000" y="372725"/>
            <a:ext cx="8324400" cy="5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8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Conclusions and Key Insights</a:t>
            </a:r>
            <a:endParaRPr sz="281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244225" y="932950"/>
            <a:ext cx="8588100" cy="3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Integrated data collection, wrangling, SQL, visualization and machine learning into one analysis workflow.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exploratory analysis to investigate potential relationships between launch characteristics and landing outcomes.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interactive mapping and charts to make the dataset easier to explore.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Applied classification techniques to evaluate the feasibility of predicting landing outcomes.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improvements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Expand the dataset and validate target labels.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additional classification algorithms and tune model parameters.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models with cross-validation and appropriate performance metrics.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Incorporate additional mission and launch variables where available.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 conclusion: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Historical launch data provides a foundation for studying landing outcomes, but predictive claims must be supported by validated model results.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en" sz="25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Repository and References</a:t>
            </a:r>
            <a:endParaRPr sz="25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80"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83050" y="1017725"/>
            <a:ext cx="8749200" cy="38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repository</a:t>
            </a:r>
            <a:endParaRPr b="1"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270" u="sng">
                <a:solidFill>
                  <a:srgbClr val="000000"/>
                </a:solidFill>
                <a:highlight>
                  <a:schemeClr val="accent6"/>
                </a:highlight>
                <a:latin typeface="Lato Black"/>
                <a:ea typeface="Lato Black"/>
                <a:cs typeface="Lato Black"/>
                <a:sym typeface="Lato Blac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https://github.com/RAHULKR123456/IBM-SpaceX-Capstone</a:t>
            </a:r>
            <a:endParaRPr sz="1270" u="sng">
              <a:solidFill>
                <a:srgbClr val="000000"/>
              </a:solidFill>
              <a:highlight>
                <a:schemeClr val="accent6"/>
              </a:highlight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components</a:t>
            </a:r>
            <a:endParaRPr b="1"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24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Char char="●"/>
            </a:pPr>
            <a:r>
              <a:rPr lang="en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Eight Jupyter notebooks</a:t>
            </a:r>
            <a:endParaRPr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2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Char char="●"/>
            </a:pPr>
            <a:r>
              <a:rPr lang="en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collection and preparation</a:t>
            </a:r>
            <a:endParaRPr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2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Char char="●"/>
            </a:pPr>
            <a:r>
              <a:rPr lang="en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EDA and SQL analysis</a:t>
            </a:r>
            <a:endParaRPr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2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Char char="●"/>
            </a:pPr>
            <a:r>
              <a:rPr lang="en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Folium interactive map</a:t>
            </a:r>
            <a:endParaRPr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2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Char char="●"/>
            </a:pPr>
            <a:r>
              <a:rPr lang="en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Predictive analysis</a:t>
            </a:r>
            <a:endParaRPr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2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Char char="●"/>
            </a:pPr>
            <a:r>
              <a:rPr lang="en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Plotly visualizations</a:t>
            </a:r>
            <a:endParaRPr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b="1"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24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Char char="●"/>
            </a:pPr>
            <a:r>
              <a:rPr lang="en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Skills Network SpaceX Capstone course datasets</a:t>
            </a:r>
            <a:endParaRPr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2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Char char="●"/>
            </a:pPr>
            <a:r>
              <a:rPr lang="en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Historical SpaceX launch information from Wikipedia</a:t>
            </a:r>
            <a:endParaRPr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2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Char char="●"/>
            </a:pPr>
            <a:r>
              <a:rPr lang="en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SpaceX API, where accessible</a:t>
            </a:r>
            <a:endParaRPr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1"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26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